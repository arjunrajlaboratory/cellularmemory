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4" r:id="rId5"/>
    <p:sldId id="265" r:id="rId6"/>
    <p:sldId id="258" r:id="rId7"/>
    <p:sldId id="266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924"/>
    <a:srgbClr val="D80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83EDA-B4CF-4447-A37E-D8D7BD5B2D2B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13269-6AA2-0748-ACB8-959D6FD99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75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13269-6AA2-0748-ACB8-959D6FD99B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1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5AFA-1F4B-B9E5-BA92-5F4EE741A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E1D7E-FC27-6251-4DD2-A444A74F6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7DC90-39DF-99D2-769C-FDE401E3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A87AB-2A08-2C7F-84C3-60C91FD5B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C0609-DB54-DF0E-E55A-F3E1074F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7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3096-4181-057C-F89C-DD0BA839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8A578-82CD-A29C-3E0F-B906B4694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2ABFD-3E40-85B4-58AF-893520EC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ECBBB-9D6B-D5B3-73E8-69A3D7C1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8DE65-CE9D-ED0E-468B-29ADEE19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1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8372-66DA-B261-D36A-182456939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742EA-18F3-5365-9D19-BCDDE7A83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826D3-B1F7-4E5E-1010-4AA4C006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51A0A-5308-5204-7329-091E14CF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27F0-DDD3-6778-EA02-D546499A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9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2245-C050-28C7-8B38-1330638C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D3CA-F727-22FB-43BF-14B164BE8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7E10A-5F85-74D4-62E6-143A2F52E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8D35D-7C2A-53ED-398A-5178AB01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86ADE-7EE5-C6AE-309C-29C0C032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2F821-7F27-B34B-E9A7-1A651359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8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8F7A-188D-CDD5-E8EF-AB20A0FD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E79E4-1DCE-000B-F1C9-1537C5AD4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80973-75A8-935F-5165-5C0C127BE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0D14E7-A463-2D54-917E-B783D8977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C1758-760C-4176-F923-D09CE4982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C85BC-BAFE-7197-EA9A-8772E867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C393C-84D2-178F-23B1-503932EE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FF725-463C-0DA9-8E6F-CB10306A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3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B6CC-59DC-1B13-46B6-E84CDE425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6DE25-9F69-1711-14C0-FC940D2B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E0545-5A31-79D4-CB81-3C2F010C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29B34-EB3B-429A-E8F2-4002B257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1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135CD-DEA7-C93A-5B0B-18801902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BB954-A2A2-6787-2A70-5FD214FE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8AFC9-826B-F587-AA6E-4E1C18B5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3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39F2-7F03-3FAB-3CE1-D9C0C4EED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51D76-54FC-3A5D-A954-24CC7533B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05C6E-B138-A6D6-828C-FD7484491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D9C92-06C8-2D38-0147-F26C53223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2E6DE-2412-FAC2-79DF-9DDEF076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0A716-7FE3-EE36-A7B8-A0300933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7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E886-2C5A-780E-487B-D1C9471B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2ADC17-B3C5-C35B-8489-9D1476F91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32BD9-4759-CAB2-A292-CF3D361AB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8F93A-2172-BA06-8873-999B4CF5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5F42E-3CB3-80D8-7694-C5A75EDC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1B8C9-D70C-6F35-94CF-61661B5F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9CFA-90AD-1031-B366-B8AB7AB7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80D2B-F403-CBD3-1266-B58134548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7E760-748D-4397-B475-F0BC00BE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10FA7-B13B-864E-3B8B-2AD0F2CE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F918B-7A63-75DB-52A4-A42A026D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1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814D5-AE0E-31B9-01DB-21637B59C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ADB49-D3D8-BAB4-F80D-2E70E2D0C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8AD3C-912B-1F02-E320-59C36DB2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FF075-5444-B020-4F01-B9C81860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859B0-5738-7BA0-FA26-F33859F1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0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AFB86-381B-11C0-B26A-2653CCDF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6D628-7568-6B79-3D4E-3840A3A26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AC129-CA95-20D9-BF78-F742A2A35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8A1F5-152B-FE40-B45C-0BCE9CC0CAF2}" type="datetimeFigureOut">
              <a:rPr lang="en-US" smtClean="0"/>
              <a:t>10/23/23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6EC8C-E0CB-9A57-2EB5-415F2B172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7C6F2-2984-6FCC-BE79-6400C6351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37A02-B83D-F446-A5E2-4A3991A99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7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533C809-E1C1-990A-D406-2043D62F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838" y="397082"/>
            <a:ext cx="7772400" cy="5979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014DD3-7242-97BA-8E82-E68C82ACEF59}"/>
              </a:ext>
            </a:extLst>
          </p:cNvPr>
          <p:cNvSpPr txBox="1"/>
          <p:nvPr/>
        </p:nvSpPr>
        <p:spPr>
          <a:xfrm>
            <a:off x="3025992" y="2383537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06054-8AB9-EF17-D7AA-BF60C3F40A09}"/>
              </a:ext>
            </a:extLst>
          </p:cNvPr>
          <p:cNvSpPr txBox="1"/>
          <p:nvPr/>
        </p:nvSpPr>
        <p:spPr>
          <a:xfrm>
            <a:off x="3154233" y="2896502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602295-E0AA-38FE-487A-62DB9235E2C5}"/>
              </a:ext>
            </a:extLst>
          </p:cNvPr>
          <p:cNvSpPr txBox="1"/>
          <p:nvPr/>
        </p:nvSpPr>
        <p:spPr>
          <a:xfrm>
            <a:off x="2168386" y="3409467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16B1B7-589D-E7CA-AB08-5CF840062B17}"/>
              </a:ext>
            </a:extLst>
          </p:cNvPr>
          <p:cNvSpPr txBox="1"/>
          <p:nvPr/>
        </p:nvSpPr>
        <p:spPr>
          <a:xfrm>
            <a:off x="2255140" y="3922432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6AEAA8-5123-548A-D3AC-84830BCCAC4D}"/>
              </a:ext>
            </a:extLst>
          </p:cNvPr>
          <p:cNvSpPr txBox="1"/>
          <p:nvPr/>
        </p:nvSpPr>
        <p:spPr>
          <a:xfrm>
            <a:off x="1828743" y="4435397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831379-8199-5435-CC2B-744EFC10E4C1}"/>
              </a:ext>
            </a:extLst>
          </p:cNvPr>
          <p:cNvSpPr txBox="1"/>
          <p:nvPr/>
        </p:nvSpPr>
        <p:spPr>
          <a:xfrm>
            <a:off x="1956983" y="4948362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1C7EE4-BF54-F4FC-EFAA-CAF0164524B8}"/>
              </a:ext>
            </a:extLst>
          </p:cNvPr>
          <p:cNvSpPr txBox="1"/>
          <p:nvPr/>
        </p:nvSpPr>
        <p:spPr>
          <a:xfrm>
            <a:off x="301080" y="5461327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546216-C766-4020-AC58-F82763CA8FF4}"/>
              </a:ext>
            </a:extLst>
          </p:cNvPr>
          <p:cNvSpPr txBox="1"/>
          <p:nvPr/>
        </p:nvSpPr>
        <p:spPr>
          <a:xfrm>
            <a:off x="1286927" y="5974291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A81537-9D80-6DAC-1819-FFFB66503C69}"/>
              </a:ext>
            </a:extLst>
          </p:cNvPr>
          <p:cNvSpPr txBox="1"/>
          <p:nvPr/>
        </p:nvSpPr>
        <p:spPr>
          <a:xfrm>
            <a:off x="2884928" y="768234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ABEAD1-72FE-8AFD-0827-A76560C8E9AA}"/>
              </a:ext>
            </a:extLst>
          </p:cNvPr>
          <p:cNvSpPr txBox="1"/>
          <p:nvPr/>
        </p:nvSpPr>
        <p:spPr>
          <a:xfrm>
            <a:off x="3306518" y="1540745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FA6074-8840-15EC-04B5-E60E4BE1F27E}"/>
              </a:ext>
            </a:extLst>
          </p:cNvPr>
          <p:cNvSpPr txBox="1"/>
          <p:nvPr/>
        </p:nvSpPr>
        <p:spPr>
          <a:xfrm>
            <a:off x="301080" y="58528"/>
            <a:ext cx="570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AXL</a:t>
            </a:r>
          </a:p>
        </p:txBody>
      </p:sp>
    </p:spTree>
    <p:extLst>
      <p:ext uri="{BB962C8B-B14F-4D97-AF65-F5344CB8AC3E}">
        <p14:creationId xmlns:p14="http://schemas.microsoft.com/office/powerpoint/2010/main" val="383898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AC6B918-EE47-7FE7-7E80-FFE062BD2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447" y="568545"/>
            <a:ext cx="8876636" cy="57209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C9229B-360C-449F-0B5A-8E69DC30B759}"/>
              </a:ext>
            </a:extLst>
          </p:cNvPr>
          <p:cNvSpPr txBox="1"/>
          <p:nvPr/>
        </p:nvSpPr>
        <p:spPr>
          <a:xfrm>
            <a:off x="2626478" y="2421701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5FFD5-43E4-D613-EC52-AA262016DB9D}"/>
              </a:ext>
            </a:extLst>
          </p:cNvPr>
          <p:cNvSpPr txBox="1"/>
          <p:nvPr/>
        </p:nvSpPr>
        <p:spPr>
          <a:xfrm>
            <a:off x="2754719" y="2934666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315FE9-7CC9-C008-8A37-4925DB32CBD3}"/>
              </a:ext>
            </a:extLst>
          </p:cNvPr>
          <p:cNvSpPr txBox="1"/>
          <p:nvPr/>
        </p:nvSpPr>
        <p:spPr>
          <a:xfrm>
            <a:off x="1768872" y="3447631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231F8-D524-4BAD-88FA-551733B635F5}"/>
              </a:ext>
            </a:extLst>
          </p:cNvPr>
          <p:cNvSpPr txBox="1"/>
          <p:nvPr/>
        </p:nvSpPr>
        <p:spPr>
          <a:xfrm>
            <a:off x="1855626" y="3960596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1438B-9BF6-E4D2-7161-C80A562B5D69}"/>
              </a:ext>
            </a:extLst>
          </p:cNvPr>
          <p:cNvSpPr txBox="1"/>
          <p:nvPr/>
        </p:nvSpPr>
        <p:spPr>
          <a:xfrm>
            <a:off x="1429229" y="4473561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36441-6E3D-E994-605D-3894E39CEE12}"/>
              </a:ext>
            </a:extLst>
          </p:cNvPr>
          <p:cNvSpPr txBox="1"/>
          <p:nvPr/>
        </p:nvSpPr>
        <p:spPr>
          <a:xfrm>
            <a:off x="1557469" y="4986526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91FBC-8687-321A-AA91-45515AF7B66F}"/>
              </a:ext>
            </a:extLst>
          </p:cNvPr>
          <p:cNvSpPr txBox="1"/>
          <p:nvPr/>
        </p:nvSpPr>
        <p:spPr>
          <a:xfrm>
            <a:off x="-98434" y="5499491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95B419-B9BE-7F33-A248-58DAF373E728}"/>
              </a:ext>
            </a:extLst>
          </p:cNvPr>
          <p:cNvSpPr txBox="1"/>
          <p:nvPr/>
        </p:nvSpPr>
        <p:spPr>
          <a:xfrm>
            <a:off x="887413" y="6012455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40BBC4-A876-4467-691B-47F274E19E62}"/>
              </a:ext>
            </a:extLst>
          </p:cNvPr>
          <p:cNvSpPr txBox="1"/>
          <p:nvPr/>
        </p:nvSpPr>
        <p:spPr>
          <a:xfrm>
            <a:off x="2333129" y="893603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15BAC-5E74-1718-D741-90AA752E2F12}"/>
              </a:ext>
            </a:extLst>
          </p:cNvPr>
          <p:cNvSpPr txBox="1"/>
          <p:nvPr/>
        </p:nvSpPr>
        <p:spPr>
          <a:xfrm>
            <a:off x="2754719" y="1666114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4B2D0-1F30-FFD1-2D5F-043363CA7A74}"/>
              </a:ext>
            </a:extLst>
          </p:cNvPr>
          <p:cNvSpPr txBox="1"/>
          <p:nvPr/>
        </p:nvSpPr>
        <p:spPr>
          <a:xfrm>
            <a:off x="94292" y="58528"/>
            <a:ext cx="7777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ITGA3</a:t>
            </a:r>
          </a:p>
        </p:txBody>
      </p:sp>
    </p:spTree>
    <p:extLst>
      <p:ext uri="{BB962C8B-B14F-4D97-AF65-F5344CB8AC3E}">
        <p14:creationId xmlns:p14="http://schemas.microsoft.com/office/powerpoint/2010/main" val="409087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24BB44C-A260-E044-98C5-4C6438888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880" y="580264"/>
            <a:ext cx="9318963" cy="56642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4A7985-7D5A-235C-BDEC-211DAA7357D6}"/>
              </a:ext>
            </a:extLst>
          </p:cNvPr>
          <p:cNvSpPr txBox="1"/>
          <p:nvPr/>
        </p:nvSpPr>
        <p:spPr>
          <a:xfrm>
            <a:off x="2583849" y="737126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CD54F-5A18-7CA7-CC97-FA01D7661C9A}"/>
              </a:ext>
            </a:extLst>
          </p:cNvPr>
          <p:cNvSpPr txBox="1"/>
          <p:nvPr/>
        </p:nvSpPr>
        <p:spPr>
          <a:xfrm>
            <a:off x="3005439" y="150963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65931-A4E8-398D-E68B-B0C81A8F336B}"/>
              </a:ext>
            </a:extLst>
          </p:cNvPr>
          <p:cNvSpPr txBox="1"/>
          <p:nvPr/>
        </p:nvSpPr>
        <p:spPr>
          <a:xfrm>
            <a:off x="2724912" y="2376740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EE125-6CBC-4142-1453-6CB701375482}"/>
              </a:ext>
            </a:extLst>
          </p:cNvPr>
          <p:cNvSpPr txBox="1"/>
          <p:nvPr/>
        </p:nvSpPr>
        <p:spPr>
          <a:xfrm>
            <a:off x="2853153" y="288970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46FED-1D1C-A810-EB2A-DFF3923904B0}"/>
              </a:ext>
            </a:extLst>
          </p:cNvPr>
          <p:cNvSpPr txBox="1"/>
          <p:nvPr/>
        </p:nvSpPr>
        <p:spPr>
          <a:xfrm>
            <a:off x="1867306" y="3402670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4180A-30BF-E0AE-6B33-EF756FA7AA78}"/>
              </a:ext>
            </a:extLst>
          </p:cNvPr>
          <p:cNvSpPr txBox="1"/>
          <p:nvPr/>
        </p:nvSpPr>
        <p:spPr>
          <a:xfrm>
            <a:off x="1954060" y="3915635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E06880-C75A-1D3F-2E4B-9B74789EEDCF}"/>
              </a:ext>
            </a:extLst>
          </p:cNvPr>
          <p:cNvSpPr txBox="1"/>
          <p:nvPr/>
        </p:nvSpPr>
        <p:spPr>
          <a:xfrm>
            <a:off x="1527663" y="4428600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475FA-8391-BC26-5FDF-DE6D7E7DE33D}"/>
              </a:ext>
            </a:extLst>
          </p:cNvPr>
          <p:cNvSpPr txBox="1"/>
          <p:nvPr/>
        </p:nvSpPr>
        <p:spPr>
          <a:xfrm>
            <a:off x="1655903" y="4941565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3103B9-96BD-7224-093D-CEB81E85209C}"/>
              </a:ext>
            </a:extLst>
          </p:cNvPr>
          <p:cNvSpPr txBox="1"/>
          <p:nvPr/>
        </p:nvSpPr>
        <p:spPr>
          <a:xfrm>
            <a:off x="0" y="5454530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F544C-FF0F-658C-7A89-8C4D707DB93C}"/>
              </a:ext>
            </a:extLst>
          </p:cNvPr>
          <p:cNvSpPr txBox="1"/>
          <p:nvPr/>
        </p:nvSpPr>
        <p:spPr>
          <a:xfrm>
            <a:off x="985847" y="5967494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FF717-9A0D-2F78-FDE0-382D8376141B}"/>
              </a:ext>
            </a:extLst>
          </p:cNvPr>
          <p:cNvSpPr txBox="1"/>
          <p:nvPr/>
        </p:nvSpPr>
        <p:spPr>
          <a:xfrm>
            <a:off x="-4260" y="58528"/>
            <a:ext cx="8763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ITGA11</a:t>
            </a:r>
          </a:p>
        </p:txBody>
      </p:sp>
    </p:spTree>
    <p:extLst>
      <p:ext uri="{BB962C8B-B14F-4D97-AF65-F5344CB8AC3E}">
        <p14:creationId xmlns:p14="http://schemas.microsoft.com/office/powerpoint/2010/main" val="152248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4532114A-293D-5E81-54F6-71FBE2862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0162" y="-377160"/>
            <a:ext cx="6699811" cy="67504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6EFCFD-7E8D-C2BD-A8B2-415C63CDB8BC}"/>
              </a:ext>
            </a:extLst>
          </p:cNvPr>
          <p:cNvSpPr txBox="1"/>
          <p:nvPr/>
        </p:nvSpPr>
        <p:spPr>
          <a:xfrm>
            <a:off x="2709973" y="763456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7DFC8-EA63-7D21-7D06-A9E6A0CB9082}"/>
              </a:ext>
            </a:extLst>
          </p:cNvPr>
          <p:cNvSpPr txBox="1"/>
          <p:nvPr/>
        </p:nvSpPr>
        <p:spPr>
          <a:xfrm>
            <a:off x="3131563" y="153596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A99F4B-1A0D-C855-64F2-05D70BA9A68A}"/>
              </a:ext>
            </a:extLst>
          </p:cNvPr>
          <p:cNvSpPr txBox="1"/>
          <p:nvPr/>
        </p:nvSpPr>
        <p:spPr>
          <a:xfrm>
            <a:off x="2851036" y="2403070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94F91A-F051-08A9-C9AA-B95E23C14EB2}"/>
              </a:ext>
            </a:extLst>
          </p:cNvPr>
          <p:cNvSpPr txBox="1"/>
          <p:nvPr/>
        </p:nvSpPr>
        <p:spPr>
          <a:xfrm>
            <a:off x="2979277" y="291603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943264-EBB5-47EC-5259-920EAB201FE8}"/>
              </a:ext>
            </a:extLst>
          </p:cNvPr>
          <p:cNvSpPr txBox="1"/>
          <p:nvPr/>
        </p:nvSpPr>
        <p:spPr>
          <a:xfrm>
            <a:off x="1993430" y="3429000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6ABFB-C59B-E36D-9894-9B87C03F6957}"/>
              </a:ext>
            </a:extLst>
          </p:cNvPr>
          <p:cNvSpPr txBox="1"/>
          <p:nvPr/>
        </p:nvSpPr>
        <p:spPr>
          <a:xfrm>
            <a:off x="2080184" y="3941965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16B297-840D-CBA1-2957-539418DB3AFC}"/>
              </a:ext>
            </a:extLst>
          </p:cNvPr>
          <p:cNvSpPr txBox="1"/>
          <p:nvPr/>
        </p:nvSpPr>
        <p:spPr>
          <a:xfrm>
            <a:off x="1653787" y="4454930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445DA-2A37-C88D-2CA9-816372BD26E2}"/>
              </a:ext>
            </a:extLst>
          </p:cNvPr>
          <p:cNvSpPr txBox="1"/>
          <p:nvPr/>
        </p:nvSpPr>
        <p:spPr>
          <a:xfrm>
            <a:off x="1782027" y="4967895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D9DEA5-1369-E972-4B1A-5B10FA8A5B95}"/>
              </a:ext>
            </a:extLst>
          </p:cNvPr>
          <p:cNvSpPr txBox="1"/>
          <p:nvPr/>
        </p:nvSpPr>
        <p:spPr>
          <a:xfrm>
            <a:off x="126124" y="5480860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D4D642-2BBD-8F49-A0EC-11E519BF5720}"/>
              </a:ext>
            </a:extLst>
          </p:cNvPr>
          <p:cNvSpPr txBox="1"/>
          <p:nvPr/>
        </p:nvSpPr>
        <p:spPr>
          <a:xfrm>
            <a:off x="1111971" y="5993824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E3B5C-5778-F153-DF87-924AF914B581}"/>
              </a:ext>
            </a:extLst>
          </p:cNvPr>
          <p:cNvSpPr txBox="1"/>
          <p:nvPr/>
        </p:nvSpPr>
        <p:spPr>
          <a:xfrm>
            <a:off x="126124" y="134285"/>
            <a:ext cx="119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SERPINE1</a:t>
            </a:r>
          </a:p>
        </p:txBody>
      </p:sp>
    </p:spTree>
    <p:extLst>
      <p:ext uri="{BB962C8B-B14F-4D97-AF65-F5344CB8AC3E}">
        <p14:creationId xmlns:p14="http://schemas.microsoft.com/office/powerpoint/2010/main" val="176357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D778E218-03EC-08DF-97CF-65092CBFB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9454" y="77261"/>
            <a:ext cx="8469741" cy="616723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9A4F1B-8A27-19CF-8D7A-14756F3DE9E7}"/>
              </a:ext>
            </a:extLst>
          </p:cNvPr>
          <p:cNvSpPr txBox="1"/>
          <p:nvPr/>
        </p:nvSpPr>
        <p:spPr>
          <a:xfrm>
            <a:off x="2583849" y="737126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36BA7-2317-3BC5-5F06-99EED77AA2C3}"/>
              </a:ext>
            </a:extLst>
          </p:cNvPr>
          <p:cNvSpPr txBox="1"/>
          <p:nvPr/>
        </p:nvSpPr>
        <p:spPr>
          <a:xfrm>
            <a:off x="3005439" y="150963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41010-5620-3EE1-246D-C540FED8C3C1}"/>
              </a:ext>
            </a:extLst>
          </p:cNvPr>
          <p:cNvSpPr txBox="1"/>
          <p:nvPr/>
        </p:nvSpPr>
        <p:spPr>
          <a:xfrm>
            <a:off x="2724912" y="2376740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7634D-3C72-C2F6-8535-58AC298B6E81}"/>
              </a:ext>
            </a:extLst>
          </p:cNvPr>
          <p:cNvSpPr txBox="1"/>
          <p:nvPr/>
        </p:nvSpPr>
        <p:spPr>
          <a:xfrm>
            <a:off x="2853153" y="288970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C95784-37C4-ED90-9C01-6E7D497DE94C}"/>
              </a:ext>
            </a:extLst>
          </p:cNvPr>
          <p:cNvSpPr txBox="1"/>
          <p:nvPr/>
        </p:nvSpPr>
        <p:spPr>
          <a:xfrm>
            <a:off x="1867306" y="3402670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897791-41FE-9A16-6AA5-FDF05A3073FE}"/>
              </a:ext>
            </a:extLst>
          </p:cNvPr>
          <p:cNvSpPr txBox="1"/>
          <p:nvPr/>
        </p:nvSpPr>
        <p:spPr>
          <a:xfrm>
            <a:off x="1954060" y="3915635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D2545-A2DE-FB0C-DD77-2F704A08F06D}"/>
              </a:ext>
            </a:extLst>
          </p:cNvPr>
          <p:cNvSpPr txBox="1"/>
          <p:nvPr/>
        </p:nvSpPr>
        <p:spPr>
          <a:xfrm>
            <a:off x="1527663" y="4428600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83415-DE1A-82A0-B6C2-79C7D318EF42}"/>
              </a:ext>
            </a:extLst>
          </p:cNvPr>
          <p:cNvSpPr txBox="1"/>
          <p:nvPr/>
        </p:nvSpPr>
        <p:spPr>
          <a:xfrm>
            <a:off x="1655903" y="4941565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4D09FA-42C9-69AB-C31E-935190261B5D}"/>
              </a:ext>
            </a:extLst>
          </p:cNvPr>
          <p:cNvSpPr txBox="1"/>
          <p:nvPr/>
        </p:nvSpPr>
        <p:spPr>
          <a:xfrm>
            <a:off x="0" y="5454530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4334CF-1DEA-3FFD-6D5A-42D0250E9147}"/>
              </a:ext>
            </a:extLst>
          </p:cNvPr>
          <p:cNvSpPr txBox="1"/>
          <p:nvPr/>
        </p:nvSpPr>
        <p:spPr>
          <a:xfrm>
            <a:off x="985847" y="5967494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CAD55-9400-4793-E87E-556D8BF64A49}"/>
              </a:ext>
            </a:extLst>
          </p:cNvPr>
          <p:cNvSpPr txBox="1"/>
          <p:nvPr/>
        </p:nvSpPr>
        <p:spPr>
          <a:xfrm>
            <a:off x="152805" y="77261"/>
            <a:ext cx="119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SERPINE1</a:t>
            </a:r>
          </a:p>
        </p:txBody>
      </p:sp>
    </p:spTree>
    <p:extLst>
      <p:ext uri="{BB962C8B-B14F-4D97-AF65-F5344CB8AC3E}">
        <p14:creationId xmlns:p14="http://schemas.microsoft.com/office/powerpoint/2010/main" val="224523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F259C48-F77E-EFB4-F8D5-A3EFA7053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881" y="135924"/>
            <a:ext cx="8682681" cy="6301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DCE7AC-DE80-2413-9410-450ED38B3168}"/>
              </a:ext>
            </a:extLst>
          </p:cNvPr>
          <p:cNvSpPr txBox="1"/>
          <p:nvPr/>
        </p:nvSpPr>
        <p:spPr>
          <a:xfrm>
            <a:off x="2583849" y="737126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688A46-B475-DFE6-1DDF-F7DEBCC97C89}"/>
              </a:ext>
            </a:extLst>
          </p:cNvPr>
          <p:cNvSpPr txBox="1"/>
          <p:nvPr/>
        </p:nvSpPr>
        <p:spPr>
          <a:xfrm>
            <a:off x="3005439" y="150963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9684E-829F-1C54-B28D-6200FA3924B2}"/>
              </a:ext>
            </a:extLst>
          </p:cNvPr>
          <p:cNvSpPr txBox="1"/>
          <p:nvPr/>
        </p:nvSpPr>
        <p:spPr>
          <a:xfrm>
            <a:off x="2724912" y="2376740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43387-23CC-8C6C-7B5D-5E7F5067E4F4}"/>
              </a:ext>
            </a:extLst>
          </p:cNvPr>
          <p:cNvSpPr txBox="1"/>
          <p:nvPr/>
        </p:nvSpPr>
        <p:spPr>
          <a:xfrm>
            <a:off x="2853153" y="288970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60D49-6A35-FF15-D2A4-E9CEA7361522}"/>
              </a:ext>
            </a:extLst>
          </p:cNvPr>
          <p:cNvSpPr txBox="1"/>
          <p:nvPr/>
        </p:nvSpPr>
        <p:spPr>
          <a:xfrm>
            <a:off x="1867306" y="3402670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86B96-0FF3-6DBE-C9E4-0564719C21EE}"/>
              </a:ext>
            </a:extLst>
          </p:cNvPr>
          <p:cNvSpPr txBox="1"/>
          <p:nvPr/>
        </p:nvSpPr>
        <p:spPr>
          <a:xfrm>
            <a:off x="1954060" y="3915635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3A211-4E5F-28CC-D28C-6BCA911756CA}"/>
              </a:ext>
            </a:extLst>
          </p:cNvPr>
          <p:cNvSpPr txBox="1"/>
          <p:nvPr/>
        </p:nvSpPr>
        <p:spPr>
          <a:xfrm>
            <a:off x="1527663" y="4428600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5E7D0-EE48-8246-354E-7831D3B87E38}"/>
              </a:ext>
            </a:extLst>
          </p:cNvPr>
          <p:cNvSpPr txBox="1"/>
          <p:nvPr/>
        </p:nvSpPr>
        <p:spPr>
          <a:xfrm>
            <a:off x="1655903" y="4941565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CD111D-C30E-A5CD-893D-BF818D07BA2A}"/>
              </a:ext>
            </a:extLst>
          </p:cNvPr>
          <p:cNvSpPr txBox="1"/>
          <p:nvPr/>
        </p:nvSpPr>
        <p:spPr>
          <a:xfrm>
            <a:off x="0" y="5454530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FEC49-596C-1DD0-F2DE-7879040747A6}"/>
              </a:ext>
            </a:extLst>
          </p:cNvPr>
          <p:cNvSpPr txBox="1"/>
          <p:nvPr/>
        </p:nvSpPr>
        <p:spPr>
          <a:xfrm>
            <a:off x="985847" y="5967494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6F2D59-5D43-2038-5AD9-A48BFB3187A1}"/>
              </a:ext>
            </a:extLst>
          </p:cNvPr>
          <p:cNvSpPr txBox="1"/>
          <p:nvPr/>
        </p:nvSpPr>
        <p:spPr>
          <a:xfrm>
            <a:off x="39790" y="58528"/>
            <a:ext cx="832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FKBP5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207B21-9033-5C4A-AA9E-AD0EB69C5121}"/>
              </a:ext>
            </a:extLst>
          </p:cNvPr>
          <p:cNvSpPr txBox="1"/>
          <p:nvPr/>
        </p:nvSpPr>
        <p:spPr>
          <a:xfrm>
            <a:off x="2583849" y="737126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F632D6-6B3E-5603-5400-3BB8C3508B00}"/>
              </a:ext>
            </a:extLst>
          </p:cNvPr>
          <p:cNvSpPr txBox="1"/>
          <p:nvPr/>
        </p:nvSpPr>
        <p:spPr>
          <a:xfrm>
            <a:off x="3005439" y="150963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867F5E-59A2-AB54-88E8-568E39D04F2F}"/>
              </a:ext>
            </a:extLst>
          </p:cNvPr>
          <p:cNvSpPr txBox="1"/>
          <p:nvPr/>
        </p:nvSpPr>
        <p:spPr>
          <a:xfrm>
            <a:off x="2724912" y="2376740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2D58D8-99BE-243D-217D-24A052E1C2A5}"/>
              </a:ext>
            </a:extLst>
          </p:cNvPr>
          <p:cNvSpPr txBox="1"/>
          <p:nvPr/>
        </p:nvSpPr>
        <p:spPr>
          <a:xfrm>
            <a:off x="2853153" y="288970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B64ECE-D5A4-8DD5-AF43-2805D694E716}"/>
              </a:ext>
            </a:extLst>
          </p:cNvPr>
          <p:cNvSpPr txBox="1"/>
          <p:nvPr/>
        </p:nvSpPr>
        <p:spPr>
          <a:xfrm>
            <a:off x="1867306" y="3402670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3B8D8E-E93E-4579-75B2-28832AB60999}"/>
              </a:ext>
            </a:extLst>
          </p:cNvPr>
          <p:cNvSpPr txBox="1"/>
          <p:nvPr/>
        </p:nvSpPr>
        <p:spPr>
          <a:xfrm>
            <a:off x="1954060" y="3915635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6FD5E6-4C9F-CA0A-2890-E72196D698B2}"/>
              </a:ext>
            </a:extLst>
          </p:cNvPr>
          <p:cNvSpPr txBox="1"/>
          <p:nvPr/>
        </p:nvSpPr>
        <p:spPr>
          <a:xfrm>
            <a:off x="1527663" y="4428600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7474F1-5328-5AAA-C17A-DCA1D6AE5600}"/>
              </a:ext>
            </a:extLst>
          </p:cNvPr>
          <p:cNvSpPr txBox="1"/>
          <p:nvPr/>
        </p:nvSpPr>
        <p:spPr>
          <a:xfrm>
            <a:off x="1655903" y="4941565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F8CBBD-9CE1-D318-9436-956060BB9F84}"/>
              </a:ext>
            </a:extLst>
          </p:cNvPr>
          <p:cNvSpPr txBox="1"/>
          <p:nvPr/>
        </p:nvSpPr>
        <p:spPr>
          <a:xfrm>
            <a:off x="0" y="5454530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3F6E84-1DF0-69E2-540B-8CF8DA491561}"/>
              </a:ext>
            </a:extLst>
          </p:cNvPr>
          <p:cNvSpPr txBox="1"/>
          <p:nvPr/>
        </p:nvSpPr>
        <p:spPr>
          <a:xfrm>
            <a:off x="985847" y="5967494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</p:spTree>
    <p:extLst>
      <p:ext uri="{BB962C8B-B14F-4D97-AF65-F5344CB8AC3E}">
        <p14:creationId xmlns:p14="http://schemas.microsoft.com/office/powerpoint/2010/main" val="340023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F5731B26-698E-F047-B70B-0D324610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44" y="-486635"/>
            <a:ext cx="681262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3F2562-CE97-B314-AA21-DEC0111DA25B}"/>
              </a:ext>
            </a:extLst>
          </p:cNvPr>
          <p:cNvSpPr txBox="1"/>
          <p:nvPr/>
        </p:nvSpPr>
        <p:spPr>
          <a:xfrm>
            <a:off x="2583849" y="737126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97163-7F9C-5BD4-BD56-C8900EEB6889}"/>
              </a:ext>
            </a:extLst>
          </p:cNvPr>
          <p:cNvSpPr txBox="1"/>
          <p:nvPr/>
        </p:nvSpPr>
        <p:spPr>
          <a:xfrm>
            <a:off x="3005439" y="150963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125FC-C84A-30DE-7C35-B12E20FAF543}"/>
              </a:ext>
            </a:extLst>
          </p:cNvPr>
          <p:cNvSpPr txBox="1"/>
          <p:nvPr/>
        </p:nvSpPr>
        <p:spPr>
          <a:xfrm>
            <a:off x="2724912" y="2376740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F2BAE-C031-5DD4-C934-A23AF8BD02B4}"/>
              </a:ext>
            </a:extLst>
          </p:cNvPr>
          <p:cNvSpPr txBox="1"/>
          <p:nvPr/>
        </p:nvSpPr>
        <p:spPr>
          <a:xfrm>
            <a:off x="2853153" y="288970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1CF0E-B4E8-18D5-E71C-9D6B8198740D}"/>
              </a:ext>
            </a:extLst>
          </p:cNvPr>
          <p:cNvSpPr txBox="1"/>
          <p:nvPr/>
        </p:nvSpPr>
        <p:spPr>
          <a:xfrm>
            <a:off x="1867306" y="3402670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FE64F-5AFF-3BA2-74C2-7ED45D0C24E3}"/>
              </a:ext>
            </a:extLst>
          </p:cNvPr>
          <p:cNvSpPr txBox="1"/>
          <p:nvPr/>
        </p:nvSpPr>
        <p:spPr>
          <a:xfrm>
            <a:off x="1954060" y="3915635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43DCF-0510-344D-D2F8-FE941B0B5531}"/>
              </a:ext>
            </a:extLst>
          </p:cNvPr>
          <p:cNvSpPr txBox="1"/>
          <p:nvPr/>
        </p:nvSpPr>
        <p:spPr>
          <a:xfrm>
            <a:off x="1527663" y="4428600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27AFD1-B7EE-192C-B3FB-DBEC413C44F1}"/>
              </a:ext>
            </a:extLst>
          </p:cNvPr>
          <p:cNvSpPr txBox="1"/>
          <p:nvPr/>
        </p:nvSpPr>
        <p:spPr>
          <a:xfrm>
            <a:off x="1655903" y="4941565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58E58-30BE-A9C7-DC32-678E9556B3D4}"/>
              </a:ext>
            </a:extLst>
          </p:cNvPr>
          <p:cNvSpPr txBox="1"/>
          <p:nvPr/>
        </p:nvSpPr>
        <p:spPr>
          <a:xfrm>
            <a:off x="0" y="5454530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2781C5-C223-D94D-9518-8229FB4DBDB2}"/>
              </a:ext>
            </a:extLst>
          </p:cNvPr>
          <p:cNvSpPr txBox="1"/>
          <p:nvPr/>
        </p:nvSpPr>
        <p:spPr>
          <a:xfrm>
            <a:off x="985847" y="5967494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D012A8-DDD0-2EBA-4D8C-1B8D1DBE1B02}"/>
              </a:ext>
            </a:extLst>
          </p:cNvPr>
          <p:cNvSpPr txBox="1"/>
          <p:nvPr/>
        </p:nvSpPr>
        <p:spPr>
          <a:xfrm>
            <a:off x="116735" y="58528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TGM2</a:t>
            </a:r>
          </a:p>
        </p:txBody>
      </p:sp>
    </p:spTree>
    <p:extLst>
      <p:ext uri="{BB962C8B-B14F-4D97-AF65-F5344CB8AC3E}">
        <p14:creationId xmlns:p14="http://schemas.microsoft.com/office/powerpoint/2010/main" val="4032676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19125717-AD24-233F-2110-0901F13B6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359" y="247135"/>
            <a:ext cx="10260435" cy="6363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3E3F02-5E75-2779-F0BE-3319B059CC1B}"/>
              </a:ext>
            </a:extLst>
          </p:cNvPr>
          <p:cNvSpPr txBox="1"/>
          <p:nvPr/>
        </p:nvSpPr>
        <p:spPr>
          <a:xfrm>
            <a:off x="2583849" y="737126"/>
            <a:ext cx="914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Jun/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8F5A7-20D7-D16E-F7C7-1D227E5F19E3}"/>
              </a:ext>
            </a:extLst>
          </p:cNvPr>
          <p:cNvSpPr txBox="1"/>
          <p:nvPr/>
        </p:nvSpPr>
        <p:spPr>
          <a:xfrm>
            <a:off x="3005439" y="150963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875DB-C656-E494-DBEA-BEF5C13F078D}"/>
              </a:ext>
            </a:extLst>
          </p:cNvPr>
          <p:cNvSpPr txBox="1"/>
          <p:nvPr/>
        </p:nvSpPr>
        <p:spPr>
          <a:xfrm>
            <a:off x="2724912" y="2376740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ACBAA-6A8E-54C1-FC2B-6922ED0A6BD5}"/>
              </a:ext>
            </a:extLst>
          </p:cNvPr>
          <p:cNvSpPr txBox="1"/>
          <p:nvPr/>
        </p:nvSpPr>
        <p:spPr>
          <a:xfrm>
            <a:off x="2853153" y="288970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756E4-0C38-E5A4-944A-6531C816D2F3}"/>
              </a:ext>
            </a:extLst>
          </p:cNvPr>
          <p:cNvSpPr txBox="1"/>
          <p:nvPr/>
        </p:nvSpPr>
        <p:spPr>
          <a:xfrm>
            <a:off x="1867306" y="3402670"/>
            <a:ext cx="1630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E87FD-99AB-BDCD-AC3E-92FA9F8FEBC7}"/>
              </a:ext>
            </a:extLst>
          </p:cNvPr>
          <p:cNvSpPr txBox="1"/>
          <p:nvPr/>
        </p:nvSpPr>
        <p:spPr>
          <a:xfrm>
            <a:off x="1954060" y="3915635"/>
            <a:ext cx="154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D800C9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dmso 11d</a:t>
            </a:r>
            <a:endParaRPr lang="en-US" sz="1200" dirty="0">
              <a:solidFill>
                <a:srgbClr val="D800C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E4AB77-3281-5E84-BBEC-78FDADE026DD}"/>
              </a:ext>
            </a:extLst>
          </p:cNvPr>
          <p:cNvSpPr txBox="1"/>
          <p:nvPr/>
        </p:nvSpPr>
        <p:spPr>
          <a:xfrm>
            <a:off x="1527663" y="4428600"/>
            <a:ext cx="1970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 3d </a:t>
            </a:r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74C220-AF5D-0CAF-DD66-24EEB48D0FD4}"/>
              </a:ext>
            </a:extLst>
          </p:cNvPr>
          <p:cNvSpPr txBox="1"/>
          <p:nvPr/>
        </p:nvSpPr>
        <p:spPr>
          <a:xfrm>
            <a:off x="1655903" y="4941565"/>
            <a:ext cx="1841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11d</a:t>
            </a:r>
            <a:endParaRPr lang="en-US" sz="1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56FD9-461C-F281-0D9A-C8A19CD7EB4A}"/>
              </a:ext>
            </a:extLst>
          </p:cNvPr>
          <p:cNvSpPr txBox="1"/>
          <p:nvPr/>
        </p:nvSpPr>
        <p:spPr>
          <a:xfrm>
            <a:off x="0" y="5454530"/>
            <a:ext cx="3497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+ JNKin8 (1d)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750CD-0CC4-9A31-8CB9-55935300011B}"/>
              </a:ext>
            </a:extLst>
          </p:cNvPr>
          <p:cNvSpPr txBox="1"/>
          <p:nvPr/>
        </p:nvSpPr>
        <p:spPr>
          <a:xfrm>
            <a:off x="985847" y="5967494"/>
            <a:ext cx="251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 3d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trametinib +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JNKin8 </a:t>
            </a:r>
            <a:r>
              <a:rPr lang="en-US" sz="1200" dirty="0">
                <a:solidFill>
                  <a:srgbClr val="004924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11d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52B2C6-41AA-617A-9B08-AB1CFBDF56A3}"/>
              </a:ext>
            </a:extLst>
          </p:cNvPr>
          <p:cNvSpPr txBox="1"/>
          <p:nvPr/>
        </p:nvSpPr>
        <p:spPr>
          <a:xfrm>
            <a:off x="77492" y="58528"/>
            <a:ext cx="794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LTBP1</a:t>
            </a:r>
          </a:p>
        </p:txBody>
      </p:sp>
    </p:spTree>
    <p:extLst>
      <p:ext uri="{BB962C8B-B14F-4D97-AF65-F5344CB8AC3E}">
        <p14:creationId xmlns:p14="http://schemas.microsoft.com/office/powerpoint/2010/main" val="2387056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450</Words>
  <Application>Microsoft Macintosh PowerPoint</Application>
  <PresentationFormat>Widescreen</PresentationFormat>
  <Paragraphs>99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Jingxin</dc:creator>
  <cp:lastModifiedBy>Li, Jingxin</cp:lastModifiedBy>
  <cp:revision>1</cp:revision>
  <dcterms:created xsi:type="dcterms:W3CDTF">2023-10-23T17:11:32Z</dcterms:created>
  <dcterms:modified xsi:type="dcterms:W3CDTF">2023-10-23T17:48:04Z</dcterms:modified>
</cp:coreProperties>
</file>